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8288000" cx="10287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Want to make this Christmas your most profitable yet? Discover how KushSEO can boost your holiday sales with digital marketing videos!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d20e5dc6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d20e5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Video content grabs attention and builds trust. With KushSEO, you can create engaging holiday videos that turn viewers into customers.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d20e5dc6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d20e5dc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experience? No problem! KushSEO’s AI tools help you script, design, and optimize videos for maximum reach—fast.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d20e5dc6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d20e5d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KushSEO finds your ideal customers and puts your videos in front of them—on social media, Google, and more.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d20e5dc6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d20e5d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real-time results. Watch your traffic and sales grow with easy-to-read analytics.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d20e5dc6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d20e5d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Don’t miss out this Christmas. Sign up for KushSEO and turn holiday cheer into real profits!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286999" cy="18894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975" y="15086975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286999" cy="18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975" y="15086975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2100" y="-303112"/>
            <a:ext cx="10286999" cy="188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6625" y="1598300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31487"/>
            <a:ext cx="10286999" cy="195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975" y="15086975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286999" cy="18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975" y="15086975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77437"/>
            <a:ext cx="10286999" cy="188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975" y="15086975"/>
            <a:ext cx="3201024" cy="320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